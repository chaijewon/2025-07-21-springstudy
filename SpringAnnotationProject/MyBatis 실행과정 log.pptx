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5" d="100"/>
          <a:sy n="135" d="100"/>
        </p:scale>
        <p:origin x="92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5813-C37C-4320-824E-B0F943E34CD9}" type="datetimeFigureOut">
              <a:rPr lang="ko-KR" altLang="en-US" smtClean="0"/>
              <a:t>2022-03-19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45FE3-F8E3-42A4-BEAA-E7DFF39E3E3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5813-C37C-4320-824E-B0F943E34CD9}" type="datetimeFigureOut">
              <a:rPr lang="ko-KR" altLang="en-US" smtClean="0"/>
              <a:t>2022-03-19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45FE3-F8E3-42A4-BEAA-E7DFF39E3E3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5813-C37C-4320-824E-B0F943E34CD9}" type="datetimeFigureOut">
              <a:rPr lang="ko-KR" altLang="en-US" smtClean="0"/>
              <a:t>2022-03-19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45FE3-F8E3-42A4-BEAA-E7DFF39E3E3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5813-C37C-4320-824E-B0F943E34CD9}" type="datetimeFigureOut">
              <a:rPr lang="ko-KR" altLang="en-US" smtClean="0"/>
              <a:t>2022-03-19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45FE3-F8E3-42A4-BEAA-E7DFF39E3E3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5813-C37C-4320-824E-B0F943E34CD9}" type="datetimeFigureOut">
              <a:rPr lang="ko-KR" altLang="en-US" smtClean="0"/>
              <a:t>2022-03-19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45FE3-F8E3-42A4-BEAA-E7DFF39E3E3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5813-C37C-4320-824E-B0F943E34CD9}" type="datetimeFigureOut">
              <a:rPr lang="ko-KR" altLang="en-US" smtClean="0"/>
              <a:t>2022-03-19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45FE3-F8E3-42A4-BEAA-E7DFF39E3E3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5813-C37C-4320-824E-B0F943E34CD9}" type="datetimeFigureOut">
              <a:rPr lang="ko-KR" altLang="en-US" smtClean="0"/>
              <a:t>2022-03-19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45FE3-F8E3-42A4-BEAA-E7DFF39E3E3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5813-C37C-4320-824E-B0F943E34CD9}" type="datetimeFigureOut">
              <a:rPr lang="ko-KR" altLang="en-US" smtClean="0"/>
              <a:t>2022-03-19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45FE3-F8E3-42A4-BEAA-E7DFF39E3E3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5813-C37C-4320-824E-B0F943E34CD9}" type="datetimeFigureOut">
              <a:rPr lang="ko-KR" altLang="en-US" smtClean="0"/>
              <a:t>2022-03-19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45FE3-F8E3-42A4-BEAA-E7DFF39E3E3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5813-C37C-4320-824E-B0F943E34CD9}" type="datetimeFigureOut">
              <a:rPr lang="ko-KR" altLang="en-US" smtClean="0"/>
              <a:t>2022-03-19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45FE3-F8E3-42A4-BEAA-E7DFF39E3E3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5813-C37C-4320-824E-B0F943E34CD9}" type="datetimeFigureOut">
              <a:rPr lang="ko-KR" altLang="en-US" smtClean="0"/>
              <a:t>2022-03-19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45FE3-F8E3-42A4-BEAA-E7DFF39E3E3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E5813-C37C-4320-824E-B0F943E34CD9}" type="datetimeFigureOut">
              <a:rPr lang="ko-KR" altLang="en-US" smtClean="0"/>
              <a:t>2022-03-19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45FE3-F8E3-42A4-BEAA-E7DFF39E3E3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MyBatis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실행과정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0724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Pom.xml 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/>
              <a:t>&lt;dependency&gt;</a:t>
            </a:r>
          </a:p>
          <a:p>
            <a:r>
              <a:rPr lang="en-US" altLang="ko-KR" dirty="0"/>
              <a:t>    &lt;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  <a:r>
              <a:rPr lang="en-US" altLang="ko-KR" dirty="0" err="1"/>
              <a:t>org.lazyluke</a:t>
            </a:r>
            <a:r>
              <a:rPr lang="en-US" altLang="ko-KR" dirty="0"/>
              <a:t>&lt;/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    &lt;</a:t>
            </a:r>
            <a:r>
              <a:rPr lang="en-US" altLang="ko-KR" dirty="0" err="1"/>
              <a:t>artifactId</a:t>
            </a:r>
            <a:r>
              <a:rPr lang="en-US" altLang="ko-KR" dirty="0"/>
              <a:t>&gt;log4jdbc-remix&lt;/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    &lt;version&gt;0.2.7&lt;/version&gt;</a:t>
            </a:r>
          </a:p>
          <a:p>
            <a:r>
              <a:rPr lang="en-US" altLang="ko-KR" dirty="0"/>
              <a:t>&lt;/dependency</a:t>
            </a:r>
            <a:r>
              <a:rPr lang="en-US" altLang="ko-KR" dirty="0" smtClean="0"/>
              <a:t>&gt;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07249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Log4j.xml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    &lt;</a:t>
            </a:r>
            <a:r>
              <a:rPr lang="en-US" altLang="ko-KR" dirty="0"/>
              <a:t>logger name=</a:t>
            </a:r>
            <a:r>
              <a:rPr lang="en-US" altLang="ko-KR" i="1" dirty="0"/>
              <a:t>"</a:t>
            </a:r>
            <a:r>
              <a:rPr lang="en-US" altLang="ko-KR" i="1" dirty="0" err="1"/>
              <a:t>jdbc.sqlonly</a:t>
            </a:r>
            <a:r>
              <a:rPr lang="en-US" altLang="ko-KR" i="1" dirty="0"/>
              <a:t>" </a:t>
            </a:r>
            <a:r>
              <a:rPr lang="en-US" altLang="ko-KR" i="1" dirty="0" err="1"/>
              <a:t>additivity</a:t>
            </a:r>
            <a:r>
              <a:rPr lang="en-US" altLang="ko-KR" i="1" dirty="0"/>
              <a:t>="false"&gt; </a:t>
            </a:r>
          </a:p>
          <a:p>
            <a:r>
              <a:rPr lang="en-US" altLang="ko-KR" dirty="0"/>
              <a:t>     &lt;level value=</a:t>
            </a:r>
            <a:r>
              <a:rPr lang="en-US" altLang="ko-KR" i="1" dirty="0"/>
              <a:t>"info"/&gt; </a:t>
            </a:r>
          </a:p>
          <a:p>
            <a:r>
              <a:rPr lang="en-US" altLang="ko-KR" dirty="0"/>
              <a:t>     &lt;</a:t>
            </a:r>
            <a:r>
              <a:rPr lang="en-US" altLang="ko-KR" dirty="0" err="1"/>
              <a:t>appender</a:t>
            </a:r>
            <a:r>
              <a:rPr lang="en-US" altLang="ko-KR" dirty="0"/>
              <a:t>-ref ref=</a:t>
            </a:r>
            <a:r>
              <a:rPr lang="en-US" altLang="ko-KR" i="1" dirty="0"/>
              <a:t>"console"/&gt; </a:t>
            </a:r>
          </a:p>
          <a:p>
            <a:r>
              <a:rPr lang="en-US" altLang="ko-KR" dirty="0"/>
              <a:t>    &lt;/logger&gt; </a:t>
            </a:r>
          </a:p>
          <a:p>
            <a:r>
              <a:rPr lang="en-US" altLang="ko-KR" dirty="0"/>
              <a:t>    &lt;logger name=</a:t>
            </a:r>
            <a:r>
              <a:rPr lang="en-US" altLang="ko-KR" i="1" dirty="0"/>
              <a:t>"</a:t>
            </a:r>
            <a:r>
              <a:rPr lang="en-US" altLang="ko-KR" i="1" dirty="0" err="1"/>
              <a:t>jdbc.sqltiming</a:t>
            </a:r>
            <a:r>
              <a:rPr lang="en-US" altLang="ko-KR" i="1" dirty="0"/>
              <a:t>" </a:t>
            </a:r>
            <a:r>
              <a:rPr lang="en-US" altLang="ko-KR" i="1" dirty="0" err="1"/>
              <a:t>additivity</a:t>
            </a:r>
            <a:r>
              <a:rPr lang="en-US" altLang="ko-KR" i="1" dirty="0"/>
              <a:t>="false"&gt; </a:t>
            </a:r>
          </a:p>
          <a:p>
            <a:r>
              <a:rPr lang="en-US" altLang="ko-KR" dirty="0"/>
              <a:t>      &lt;level value=</a:t>
            </a:r>
            <a:r>
              <a:rPr lang="en-US" altLang="ko-KR" i="1" dirty="0"/>
              <a:t>"debug" /&gt; </a:t>
            </a:r>
          </a:p>
          <a:p>
            <a:r>
              <a:rPr lang="en-US" altLang="ko-KR" dirty="0"/>
              <a:t>      &lt;</a:t>
            </a:r>
            <a:r>
              <a:rPr lang="en-US" altLang="ko-KR" dirty="0" err="1"/>
              <a:t>appender</a:t>
            </a:r>
            <a:r>
              <a:rPr lang="en-US" altLang="ko-KR" dirty="0"/>
              <a:t>-ref ref=</a:t>
            </a:r>
            <a:r>
              <a:rPr lang="en-US" altLang="ko-KR" i="1" dirty="0"/>
              <a:t>"console"/&gt; </a:t>
            </a:r>
          </a:p>
          <a:p>
            <a:r>
              <a:rPr lang="en-US" altLang="ko-KR" dirty="0"/>
              <a:t>    &lt;/logger&gt; </a:t>
            </a:r>
          </a:p>
          <a:p>
            <a:r>
              <a:rPr lang="en-US" altLang="ko-KR" dirty="0"/>
              <a:t>    &lt;logger name=</a:t>
            </a:r>
            <a:r>
              <a:rPr lang="en-US" altLang="ko-KR" i="1" dirty="0"/>
              <a:t>"</a:t>
            </a:r>
            <a:r>
              <a:rPr lang="en-US" altLang="ko-KR" i="1" dirty="0" err="1"/>
              <a:t>jdbc.audit</a:t>
            </a:r>
            <a:r>
              <a:rPr lang="en-US" altLang="ko-KR" i="1" dirty="0"/>
              <a:t>" </a:t>
            </a:r>
            <a:r>
              <a:rPr lang="en-US" altLang="ko-KR" i="1" dirty="0" err="1"/>
              <a:t>additivity</a:t>
            </a:r>
            <a:r>
              <a:rPr lang="en-US" altLang="ko-KR" i="1" dirty="0"/>
              <a:t>="false"&gt; </a:t>
            </a:r>
          </a:p>
          <a:p>
            <a:r>
              <a:rPr lang="en-US" altLang="ko-KR" dirty="0"/>
              <a:t>       &lt;level value=</a:t>
            </a:r>
            <a:r>
              <a:rPr lang="en-US" altLang="ko-KR" i="1" dirty="0"/>
              <a:t>"debug"/&gt; </a:t>
            </a:r>
          </a:p>
          <a:p>
            <a:r>
              <a:rPr lang="en-US" altLang="ko-KR" dirty="0"/>
              <a:t>       &lt;</a:t>
            </a:r>
            <a:r>
              <a:rPr lang="en-US" altLang="ko-KR" dirty="0" err="1"/>
              <a:t>appender</a:t>
            </a:r>
            <a:r>
              <a:rPr lang="en-US" altLang="ko-KR" dirty="0"/>
              <a:t>-ref ref=</a:t>
            </a:r>
            <a:r>
              <a:rPr lang="en-US" altLang="ko-KR" i="1" dirty="0"/>
              <a:t>"console"/&gt; </a:t>
            </a:r>
          </a:p>
          <a:p>
            <a:r>
              <a:rPr lang="en-US" altLang="ko-KR" dirty="0"/>
              <a:t>    &lt;/logger&gt; </a:t>
            </a:r>
          </a:p>
          <a:p>
            <a:r>
              <a:rPr lang="en-US" altLang="ko-KR" dirty="0"/>
              <a:t>    &lt;logger name=</a:t>
            </a:r>
            <a:r>
              <a:rPr lang="en-US" altLang="ko-KR" i="1" dirty="0"/>
              <a:t>"</a:t>
            </a:r>
            <a:r>
              <a:rPr lang="en-US" altLang="ko-KR" i="1" dirty="0" err="1"/>
              <a:t>jdbc.resultset</a:t>
            </a:r>
            <a:r>
              <a:rPr lang="en-US" altLang="ko-KR" i="1" dirty="0"/>
              <a:t>" </a:t>
            </a:r>
            <a:r>
              <a:rPr lang="en-US" altLang="ko-KR" i="1" dirty="0" err="1"/>
              <a:t>additivity</a:t>
            </a:r>
            <a:r>
              <a:rPr lang="en-US" altLang="ko-KR" i="1" dirty="0"/>
              <a:t>="false"&gt; </a:t>
            </a:r>
          </a:p>
          <a:p>
            <a:r>
              <a:rPr lang="en-US" altLang="ko-KR" dirty="0"/>
              <a:t>      &lt;level value=</a:t>
            </a:r>
            <a:r>
              <a:rPr lang="en-US" altLang="ko-KR" i="1" dirty="0"/>
              <a:t>"debug" /&gt; </a:t>
            </a:r>
          </a:p>
          <a:p>
            <a:r>
              <a:rPr lang="en-US" altLang="ko-KR" dirty="0"/>
              <a:t>      &lt;</a:t>
            </a:r>
            <a:r>
              <a:rPr lang="en-US" altLang="ko-KR" dirty="0" err="1"/>
              <a:t>appender</a:t>
            </a:r>
            <a:r>
              <a:rPr lang="en-US" altLang="ko-KR" dirty="0"/>
              <a:t>-ref ref=</a:t>
            </a:r>
            <a:r>
              <a:rPr lang="en-US" altLang="ko-KR" i="1" dirty="0"/>
              <a:t>"console"/&gt; </a:t>
            </a:r>
          </a:p>
          <a:p>
            <a:r>
              <a:rPr lang="en-US" altLang="ko-KR" dirty="0"/>
              <a:t>    &lt;/logger&gt; </a:t>
            </a:r>
          </a:p>
          <a:p>
            <a:r>
              <a:rPr lang="en-US" altLang="ko-KR" dirty="0"/>
              <a:t>    &lt;logger name=</a:t>
            </a:r>
            <a:r>
              <a:rPr lang="en-US" altLang="ko-KR" i="1" dirty="0"/>
              <a:t>"</a:t>
            </a:r>
            <a:r>
              <a:rPr lang="en-US" altLang="ko-KR" i="1" dirty="0" err="1"/>
              <a:t>jdbc.resultsettable</a:t>
            </a:r>
            <a:r>
              <a:rPr lang="en-US" altLang="ko-KR" i="1" dirty="0"/>
              <a:t>" </a:t>
            </a:r>
            <a:r>
              <a:rPr lang="en-US" altLang="ko-KR" i="1" dirty="0" err="1"/>
              <a:t>additivity</a:t>
            </a:r>
            <a:r>
              <a:rPr lang="en-US" altLang="ko-KR" i="1" dirty="0"/>
              <a:t>="false"&gt; </a:t>
            </a:r>
          </a:p>
          <a:p>
            <a:r>
              <a:rPr lang="en-US" altLang="ko-KR" dirty="0"/>
              <a:t>      &lt;level value=</a:t>
            </a:r>
            <a:r>
              <a:rPr lang="en-US" altLang="ko-KR" i="1" dirty="0"/>
              <a:t>"info"/&gt; </a:t>
            </a:r>
          </a:p>
          <a:p>
            <a:r>
              <a:rPr lang="en-US" altLang="ko-KR" dirty="0"/>
              <a:t>      &lt;</a:t>
            </a:r>
            <a:r>
              <a:rPr lang="en-US" altLang="ko-KR" dirty="0" err="1"/>
              <a:t>appender</a:t>
            </a:r>
            <a:r>
              <a:rPr lang="en-US" altLang="ko-KR" dirty="0"/>
              <a:t>-ref ref=</a:t>
            </a:r>
            <a:r>
              <a:rPr lang="en-US" altLang="ko-KR" i="1" dirty="0"/>
              <a:t>"console"/&gt; </a:t>
            </a:r>
          </a:p>
          <a:p>
            <a:r>
              <a:rPr lang="en-US" altLang="ko-KR" dirty="0"/>
              <a:t>    &lt;/logger&gt;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0724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    &lt;bean id=</a:t>
            </a:r>
            <a:r>
              <a:rPr lang="en-US" altLang="ko-KR" i="1" dirty="0"/>
              <a:t>"</a:t>
            </a:r>
            <a:r>
              <a:rPr lang="en-US" altLang="ko-KR" i="1" dirty="0" err="1"/>
              <a:t>dataSource</a:t>
            </a:r>
            <a:r>
              <a:rPr lang="en-US" altLang="ko-KR" i="1" dirty="0"/>
              <a:t>" </a:t>
            </a:r>
          </a:p>
          <a:p>
            <a:r>
              <a:rPr lang="en-US" altLang="ko-KR" dirty="0"/>
              <a:t>          class=</a:t>
            </a:r>
            <a:r>
              <a:rPr lang="en-US" altLang="ko-KR" i="1" dirty="0"/>
              <a:t>"net.sf.log4jdbc.Log4jdbcProxyDataSource"&gt; </a:t>
            </a:r>
          </a:p>
          <a:p>
            <a:r>
              <a:rPr lang="en-US" altLang="ko-KR" dirty="0"/>
              <a:t>      &lt;constructor-</a:t>
            </a:r>
            <a:r>
              <a:rPr lang="en-US" altLang="ko-KR" dirty="0" err="1"/>
              <a:t>arg</a:t>
            </a:r>
            <a:r>
              <a:rPr lang="en-US" altLang="ko-KR" dirty="0"/>
              <a:t> ref=</a:t>
            </a:r>
            <a:r>
              <a:rPr lang="en-US" altLang="ko-KR" i="1" dirty="0"/>
              <a:t>"</a:t>
            </a:r>
            <a:r>
              <a:rPr lang="en-US" altLang="ko-KR" i="1" dirty="0" err="1"/>
              <a:t>ds</a:t>
            </a:r>
            <a:r>
              <a:rPr lang="en-US" altLang="ko-KR" i="1" dirty="0"/>
              <a:t>" /&gt; </a:t>
            </a:r>
          </a:p>
          <a:p>
            <a:r>
              <a:rPr lang="en-US" altLang="ko-KR" dirty="0"/>
              <a:t>      &lt;property name=</a:t>
            </a:r>
            <a:r>
              <a:rPr lang="en-US" altLang="ko-KR" i="1" dirty="0"/>
              <a:t>"</a:t>
            </a:r>
            <a:r>
              <a:rPr lang="en-US" altLang="ko-KR" i="1" dirty="0" err="1"/>
              <a:t>logFormatter</a:t>
            </a:r>
            <a:r>
              <a:rPr lang="en-US" altLang="ko-KR" i="1" dirty="0"/>
              <a:t>"&gt; </a:t>
            </a:r>
          </a:p>
          <a:p>
            <a:r>
              <a:rPr lang="en-US" altLang="ko-KR" dirty="0"/>
              <a:t>        &lt;bean class=</a:t>
            </a:r>
            <a:r>
              <a:rPr lang="en-US" altLang="ko-KR" i="1" dirty="0"/>
              <a:t>"net.sf.log4jdbc.tools.Log4JdbcCustomFormatter"&gt; </a:t>
            </a:r>
          </a:p>
          <a:p>
            <a:r>
              <a:rPr lang="en-US" altLang="ko-KR" dirty="0"/>
              <a:t>        &lt;property name=</a:t>
            </a:r>
            <a:r>
              <a:rPr lang="en-US" altLang="ko-KR" i="1" dirty="0"/>
              <a:t>"</a:t>
            </a:r>
            <a:r>
              <a:rPr lang="en-US" altLang="ko-KR" i="1" dirty="0" err="1"/>
              <a:t>loggingType</a:t>
            </a:r>
            <a:r>
              <a:rPr lang="en-US" altLang="ko-KR" i="1" dirty="0"/>
              <a:t>" value="MULTI_LINE" /&gt; </a:t>
            </a:r>
          </a:p>
          <a:p>
            <a:r>
              <a:rPr lang="en-US" altLang="ko-KR" dirty="0"/>
              <a:t>        &lt;property name=</a:t>
            </a:r>
            <a:r>
              <a:rPr lang="en-US" altLang="ko-KR" i="1" dirty="0"/>
              <a:t>"</a:t>
            </a:r>
            <a:r>
              <a:rPr lang="en-US" altLang="ko-KR" i="1" dirty="0" err="1"/>
              <a:t>sqlPrefix</a:t>
            </a:r>
            <a:r>
              <a:rPr lang="en-US" altLang="ko-KR" i="1" dirty="0"/>
              <a:t>" value="SQL : "/&gt; </a:t>
            </a:r>
          </a:p>
          <a:p>
            <a:r>
              <a:rPr lang="en-US" altLang="ko-KR" dirty="0"/>
              <a:t>        &lt;/bean&gt; </a:t>
            </a:r>
          </a:p>
          <a:p>
            <a:r>
              <a:rPr lang="en-US" altLang="ko-KR" dirty="0"/>
              <a:t>      &lt;/property&gt; </a:t>
            </a:r>
          </a:p>
          <a:p>
            <a:r>
              <a:rPr lang="en-US" altLang="ko-KR" dirty="0"/>
              <a:t>    &lt;/bean&gt;</a:t>
            </a:r>
          </a:p>
          <a:p>
            <a:endParaRPr lang="ko-KR" altLang="en-US" dirty="0"/>
          </a:p>
          <a:p>
            <a:r>
              <a:rPr lang="en-US" altLang="ko-KR" dirty="0"/>
              <a:t>    &lt;!-- </a:t>
            </a:r>
            <a:r>
              <a:rPr lang="en-US" altLang="ko-KR" dirty="0" err="1"/>
              <a:t>MyBatis</a:t>
            </a:r>
            <a:r>
              <a:rPr lang="ko-KR" altLang="en-US" dirty="0"/>
              <a:t>연결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    &lt;bean id=</a:t>
            </a:r>
            <a:r>
              <a:rPr lang="en-US" altLang="ko-KR" i="1" dirty="0"/>
              <a:t>"</a:t>
            </a:r>
            <a:r>
              <a:rPr lang="en-US" altLang="ko-KR" i="1" dirty="0" err="1"/>
              <a:t>ssf</a:t>
            </a:r>
            <a:r>
              <a:rPr lang="en-US" altLang="ko-KR" i="1" dirty="0"/>
              <a:t>" class="</a:t>
            </a:r>
            <a:r>
              <a:rPr lang="en-US" altLang="ko-KR" i="1" dirty="0" err="1"/>
              <a:t>org.mybatis.spring.SqlSessionFactoryBean</a:t>
            </a:r>
            <a:r>
              <a:rPr lang="en-US" altLang="ko-KR" i="1" dirty="0"/>
              <a:t>"</a:t>
            </a:r>
          </a:p>
          <a:p>
            <a:r>
              <a:rPr lang="en-US" altLang="ko-KR" dirty="0"/>
              <a:t>        p:dataSource-ref=</a:t>
            </a:r>
            <a:r>
              <a:rPr lang="en-US" altLang="ko-KR" i="1" dirty="0"/>
              <a:t>"</a:t>
            </a:r>
            <a:r>
              <a:rPr lang="en-US" altLang="ko-KR" i="1" dirty="0" err="1"/>
              <a:t>dataSource</a:t>
            </a:r>
            <a:r>
              <a:rPr lang="en-US" altLang="ko-KR" i="1" dirty="0"/>
              <a:t>"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/&gt;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3528" y="260648"/>
            <a:ext cx="835292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&lt;servlet&gt;</a:t>
            </a:r>
          </a:p>
          <a:p>
            <a:r>
              <a:rPr lang="en-US" altLang="ko-KR" sz="1400" dirty="0"/>
              <a:t>		&lt;servlet-name&gt;</a:t>
            </a:r>
            <a:r>
              <a:rPr lang="en-US" altLang="ko-KR" sz="1400" dirty="0" err="1"/>
              <a:t>appServlet</a:t>
            </a:r>
            <a:r>
              <a:rPr lang="en-US" altLang="ko-KR" sz="1400" dirty="0"/>
              <a:t>&lt;/servlet-name&gt;</a:t>
            </a:r>
          </a:p>
          <a:p>
            <a:r>
              <a:rPr lang="en-US" altLang="ko-KR" sz="1400" dirty="0"/>
              <a:t>		&lt;servlet-class&gt;</a:t>
            </a:r>
            <a:r>
              <a:rPr lang="en-US" altLang="ko-KR" sz="1400" dirty="0" err="1"/>
              <a:t>org.springframework.web.servlet.DispatcherServlet</a:t>
            </a:r>
            <a:r>
              <a:rPr lang="en-US" altLang="ko-KR" sz="1400" dirty="0"/>
              <a:t>&lt;/servlet-class&gt;</a:t>
            </a:r>
          </a:p>
          <a:p>
            <a:r>
              <a:rPr lang="en-US" altLang="ko-KR" sz="1400" dirty="0"/>
              <a:t>		&lt;</a:t>
            </a:r>
            <a:r>
              <a:rPr lang="en-US" altLang="ko-KR" sz="1400" dirty="0" err="1"/>
              <a:t>init-param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			&lt;</a:t>
            </a:r>
            <a:r>
              <a:rPr lang="en-US" altLang="ko-KR" sz="1400" dirty="0" err="1"/>
              <a:t>param</a:t>
            </a:r>
            <a:r>
              <a:rPr lang="en-US" altLang="ko-KR" sz="1400" dirty="0"/>
              <a:t>-name&gt;</a:t>
            </a:r>
            <a:r>
              <a:rPr lang="en-US" altLang="ko-KR" sz="1400" dirty="0" err="1"/>
              <a:t>contextConfigLocation</a:t>
            </a:r>
            <a:r>
              <a:rPr lang="en-US" altLang="ko-KR" sz="1400" dirty="0"/>
              <a:t>&lt;/</a:t>
            </a:r>
            <a:r>
              <a:rPr lang="en-US" altLang="ko-KR" sz="1400" dirty="0" err="1"/>
              <a:t>param</a:t>
            </a:r>
            <a:r>
              <a:rPr lang="en-US" altLang="ko-KR" sz="1400" dirty="0"/>
              <a:t>-name&gt;</a:t>
            </a:r>
          </a:p>
          <a:p>
            <a:r>
              <a:rPr lang="en-US" altLang="ko-KR" sz="1400" dirty="0"/>
              <a:t>			&lt;</a:t>
            </a:r>
            <a:r>
              <a:rPr lang="en-US" altLang="ko-KR" sz="1400" dirty="0" err="1"/>
              <a:t>param</a:t>
            </a:r>
            <a:r>
              <a:rPr lang="en-US" altLang="ko-KR" sz="1400" dirty="0"/>
              <a:t>-value&gt;/WEB-INF/</a:t>
            </a:r>
            <a:r>
              <a:rPr lang="en-US" altLang="ko-KR" sz="1400" dirty="0" err="1"/>
              <a:t>config</a:t>
            </a:r>
            <a:r>
              <a:rPr lang="en-US" altLang="ko-KR" sz="1400" dirty="0"/>
              <a:t>/application-*.xml&lt;/</a:t>
            </a:r>
            <a:r>
              <a:rPr lang="en-US" altLang="ko-KR" sz="1400" dirty="0" err="1"/>
              <a:t>param</a:t>
            </a:r>
            <a:r>
              <a:rPr lang="en-US" altLang="ko-KR" sz="1400" dirty="0"/>
              <a:t>-value&gt;</a:t>
            </a:r>
          </a:p>
          <a:p>
            <a:r>
              <a:rPr lang="en-US" altLang="ko-KR" sz="1400" dirty="0"/>
              <a:t>		&lt;/</a:t>
            </a:r>
            <a:r>
              <a:rPr lang="en-US" altLang="ko-KR" sz="1400" dirty="0" err="1"/>
              <a:t>init-param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	&lt;/servlet&gt;</a:t>
            </a:r>
          </a:p>
          <a:p>
            <a:r>
              <a:rPr lang="en-US" altLang="ko-KR" sz="1400" dirty="0"/>
              <a:t>	&lt;servlet-mapping&gt;</a:t>
            </a:r>
          </a:p>
          <a:p>
            <a:r>
              <a:rPr lang="en-US" altLang="ko-KR" sz="1400" dirty="0"/>
              <a:t>		&lt;servlet-name&gt;</a:t>
            </a:r>
            <a:r>
              <a:rPr lang="en-US" altLang="ko-KR" sz="1400" dirty="0" err="1"/>
              <a:t>appServlet</a:t>
            </a:r>
            <a:r>
              <a:rPr lang="en-US" altLang="ko-KR" sz="1400" dirty="0"/>
              <a:t>&lt;/servlet-name&gt;</a:t>
            </a:r>
          </a:p>
          <a:p>
            <a:r>
              <a:rPr lang="en-US" altLang="ko-KR" sz="1400" dirty="0"/>
              <a:t>		&lt;</a:t>
            </a:r>
            <a:r>
              <a:rPr lang="en-US" altLang="ko-KR" sz="1400" dirty="0" err="1"/>
              <a:t>url</a:t>
            </a:r>
            <a:r>
              <a:rPr lang="en-US" altLang="ko-KR" sz="1400" dirty="0"/>
              <a:t>-pattern&gt;*.do&lt;/</a:t>
            </a:r>
            <a:r>
              <a:rPr lang="en-US" altLang="ko-KR" sz="1400" dirty="0" err="1"/>
              <a:t>url</a:t>
            </a:r>
            <a:r>
              <a:rPr lang="en-US" altLang="ko-KR" sz="1400" dirty="0"/>
              <a:t>-pattern&gt;</a:t>
            </a:r>
          </a:p>
          <a:p>
            <a:r>
              <a:rPr lang="en-US" altLang="ko-KR" sz="1400" dirty="0"/>
              <a:t>	&lt;/servlet-mapping&gt;</a:t>
            </a:r>
          </a:p>
          <a:p>
            <a:r>
              <a:rPr lang="en-US" altLang="ko-KR" sz="1400" dirty="0"/>
              <a:t>	&lt;!-- </a:t>
            </a:r>
            <a:r>
              <a:rPr lang="ko-KR" altLang="en-US" sz="1400" dirty="0"/>
              <a:t>한글 변환  </a:t>
            </a:r>
            <a:r>
              <a:rPr lang="en-US" altLang="ko-KR" sz="1400" dirty="0"/>
              <a:t>--&gt;</a:t>
            </a:r>
          </a:p>
          <a:p>
            <a:r>
              <a:rPr lang="en-US" altLang="ko-KR" sz="1400" dirty="0"/>
              <a:t>	&lt;filter&gt;</a:t>
            </a:r>
          </a:p>
          <a:p>
            <a:r>
              <a:rPr lang="en-US" altLang="ko-KR" sz="1400" dirty="0"/>
              <a:t>	  &lt;filter-name&gt;</a:t>
            </a:r>
            <a:r>
              <a:rPr lang="en-US" altLang="ko-KR" sz="1400" dirty="0" err="1"/>
              <a:t>encodingFilter</a:t>
            </a:r>
            <a:r>
              <a:rPr lang="en-US" altLang="ko-KR" sz="1400" dirty="0"/>
              <a:t>&lt;/filter-name&gt;</a:t>
            </a:r>
          </a:p>
          <a:p>
            <a:r>
              <a:rPr lang="en-US" altLang="ko-KR" sz="1400" dirty="0"/>
              <a:t>	  &lt;filter-class&gt;</a:t>
            </a:r>
            <a:r>
              <a:rPr lang="en-US" altLang="ko-KR" sz="1400" dirty="0" err="1"/>
              <a:t>org.springframework.web.filter.CharacterEncodingFilter</a:t>
            </a:r>
            <a:r>
              <a:rPr lang="en-US" altLang="ko-KR" sz="1400" dirty="0"/>
              <a:t>&lt;/filter-class&gt;</a:t>
            </a:r>
          </a:p>
          <a:p>
            <a:r>
              <a:rPr lang="en-US" altLang="ko-KR" sz="1400" dirty="0"/>
              <a:t>	  &lt;</a:t>
            </a:r>
            <a:r>
              <a:rPr lang="en-US" altLang="ko-KR" sz="1400" dirty="0" err="1"/>
              <a:t>init-param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	    &lt;</a:t>
            </a:r>
            <a:r>
              <a:rPr lang="en-US" altLang="ko-KR" sz="1400" dirty="0" err="1"/>
              <a:t>param</a:t>
            </a:r>
            <a:r>
              <a:rPr lang="en-US" altLang="ko-KR" sz="1400" dirty="0"/>
              <a:t>-name&gt;encoding&lt;/</a:t>
            </a:r>
            <a:r>
              <a:rPr lang="en-US" altLang="ko-KR" sz="1400" dirty="0" err="1"/>
              <a:t>param</a:t>
            </a:r>
            <a:r>
              <a:rPr lang="en-US" altLang="ko-KR" sz="1400" dirty="0"/>
              <a:t>-name&gt;</a:t>
            </a:r>
          </a:p>
          <a:p>
            <a:r>
              <a:rPr lang="en-US" altLang="ko-KR" sz="1400" dirty="0"/>
              <a:t>	    &lt;</a:t>
            </a:r>
            <a:r>
              <a:rPr lang="en-US" altLang="ko-KR" sz="1400" dirty="0" err="1"/>
              <a:t>param</a:t>
            </a:r>
            <a:r>
              <a:rPr lang="en-US" altLang="ko-KR" sz="1400" dirty="0"/>
              <a:t>-value&gt;UTF-8&lt;/</a:t>
            </a:r>
            <a:r>
              <a:rPr lang="en-US" altLang="ko-KR" sz="1400" dirty="0" err="1"/>
              <a:t>param</a:t>
            </a:r>
            <a:r>
              <a:rPr lang="en-US" altLang="ko-KR" sz="1400" dirty="0"/>
              <a:t>-value&gt;</a:t>
            </a:r>
          </a:p>
          <a:p>
            <a:r>
              <a:rPr lang="en-US" altLang="ko-KR" sz="1400" dirty="0"/>
              <a:t>	  &lt;/</a:t>
            </a:r>
            <a:r>
              <a:rPr lang="en-US" altLang="ko-KR" sz="1400" dirty="0" err="1"/>
              <a:t>init-param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	&lt;/filter&gt;</a:t>
            </a:r>
          </a:p>
          <a:p>
            <a:r>
              <a:rPr lang="en-US" altLang="ko-KR" sz="1400" dirty="0"/>
              <a:t>	</a:t>
            </a:r>
          </a:p>
          <a:p>
            <a:r>
              <a:rPr lang="en-US" altLang="ko-KR" sz="1400" dirty="0"/>
              <a:t>	&lt;filter-mapping&gt;</a:t>
            </a:r>
          </a:p>
          <a:p>
            <a:r>
              <a:rPr lang="en-US" altLang="ko-KR" sz="1400" dirty="0"/>
              <a:t>	  &lt;filter-name&gt;</a:t>
            </a:r>
            <a:r>
              <a:rPr lang="en-US" altLang="ko-KR" sz="1400" dirty="0" err="1"/>
              <a:t>encodingFilter</a:t>
            </a:r>
            <a:r>
              <a:rPr lang="en-US" altLang="ko-KR" sz="1400" dirty="0"/>
              <a:t>&lt;/filter-name&gt;</a:t>
            </a:r>
          </a:p>
          <a:p>
            <a:r>
              <a:rPr lang="en-US" altLang="ko-KR" sz="1400" dirty="0"/>
              <a:t>	  &lt;</a:t>
            </a:r>
            <a:r>
              <a:rPr lang="en-US" altLang="ko-KR" sz="1400" dirty="0" err="1"/>
              <a:t>url</a:t>
            </a:r>
            <a:r>
              <a:rPr lang="en-US" altLang="ko-KR" sz="1400" dirty="0"/>
              <a:t>-pattern&gt;/*&lt;/</a:t>
            </a:r>
            <a:r>
              <a:rPr lang="en-US" altLang="ko-KR" sz="1400" dirty="0" err="1"/>
              <a:t>url</a:t>
            </a:r>
            <a:r>
              <a:rPr lang="en-US" altLang="ko-KR" sz="1400" dirty="0"/>
              <a:t>-pattern&gt;</a:t>
            </a:r>
          </a:p>
          <a:p>
            <a:r>
              <a:rPr lang="en-US" altLang="ko-KR" sz="1400" dirty="0"/>
              <a:t>	&lt;/filter-mapping&gt;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58322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272</Words>
  <Application>Microsoft Office PowerPoint</Application>
  <PresentationFormat>화면 슬라이드 쇼(4:3)</PresentationFormat>
  <Paragraphs>73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MyBatis 실행과정 log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MyBatis 실행과정 log</dc:title>
  <dc:creator>user</dc:creator>
  <cp:lastModifiedBy>Administrator</cp:lastModifiedBy>
  <cp:revision>2</cp:revision>
  <dcterms:created xsi:type="dcterms:W3CDTF">2022-03-15T08:09:21Z</dcterms:created>
  <dcterms:modified xsi:type="dcterms:W3CDTF">2022-03-19T05:17:47Z</dcterms:modified>
</cp:coreProperties>
</file>